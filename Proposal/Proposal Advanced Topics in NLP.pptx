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57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E72A1-774A-ACAD-B7E0-4DE57E866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A1DB07-241C-04A2-E6BC-1FD6C0AB1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D60FF7-7204-03DA-BE80-EE317217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9DA70-718D-DBB2-7F5D-91F9545B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D7D78-32C4-70C0-39E3-7A074645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782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9E333-0DA9-C1F0-1B66-DACAE126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4CC1A-8C69-C464-26E3-05D4ACE8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9F177E-1B21-CE05-67D0-9E59C7BE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2EBD4-3013-C3A2-4ABA-20FF812E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4AA354-9304-1E7F-5D3B-4A28A242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57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CC081-4D70-1FE7-2D68-3AD8F2C5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D0337F-63C5-3F47-2699-29ECCE659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2F7C2-19E3-2B00-49E5-D585EBEC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323679-277C-6BA1-D391-8D2D3B46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87A5A-1AAD-DED4-405A-1A1C2D73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86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261CC-7E82-6583-160F-A3C74EA8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27F372-BE72-B57B-C705-80E0977E8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DDCD22-CBAF-D2C5-A563-0D2368FEC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779205-559E-3C38-009D-D9CF012B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E5283C-14CD-2538-F139-F0D9F202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96C506-DB75-0246-F8B0-5C7D050C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349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148B5-1E93-381D-37B5-2EB6166E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6D2F8-931C-58AA-663C-16017B0F8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F262AC-F509-B16C-3842-EFF4E1544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335C8F-F8C1-CB4E-48FC-207C8F54B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D0422E-BC9E-2628-BF17-97E33D01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6D5D3B-1819-8005-F6B6-E5D788FD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5AB6C9-7A91-3BE2-9F1F-CC4B46C1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71B3A01-5C8B-FF83-93BB-EA0AE32DC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27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81F9B-46D4-7137-40C9-1DAACF90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8E5EEA-1869-54B8-6234-FAA46DAD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438F73-E87F-BC6A-3759-56938343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D603FA-965C-D5F4-A496-B4B95011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08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B813B9-3705-E19B-6D91-044BF007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5DD132-F480-EB5A-0512-64F738FEA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FC1E7E-D497-CC94-EC6B-90CC570F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091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74811-88AA-2A1D-FF10-9ED6D85A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ABF583-515C-90C0-B57D-F9F71C96B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996956-A108-D12A-E70B-68537A6BC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D7C29E-5917-C70C-0B6D-414F70B1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3131D1-8110-D499-950A-F815BDB81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EBA6C2-FDF9-18E0-85D6-16B9D0EE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212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E3725-0D7A-2FF0-C7C0-7B1140A6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0F6D26-2914-236F-E7F3-5A484430317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D7978D-3BB9-3FBD-EDE8-8A06019EE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688E3B-CA36-BC94-B7A2-74D263FE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BB43BF-F6ED-FCF3-97E0-F76A0738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1D4AAC-048E-D487-D931-D545BE36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19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30D90-57A9-4A94-7856-7287DC9F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9C06B3-29B8-FE87-5AB6-600A6BCA3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2D0359-8591-78B6-2B1B-72333001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438421-0114-07F9-685F-57673621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D0DC45-00F2-7253-858C-431D91C9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559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16E01F-0A89-7A23-3757-76A4EA732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E0D318-2566-46A7-DDDF-D704C23D3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F7E7A0-AC14-E25F-8E16-2DA0E89F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CDFADF-9BE6-92EB-AAED-F9207817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FC80E4-35EC-8403-9061-6A082B4A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0603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BB2AF2A-683B-BEDB-22A4-EF341D4D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A9FF1-7706-DD7A-272E-E38F1FE46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EB7ADF-32A8-A4EE-1467-6BB08647E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C37D8-23AA-497D-BB5C-5DFA85BA4547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D584CF-B1A4-4F36-AF59-13CFB2C6C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8CFAF1-DB11-D992-AD2D-7251D14CB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D8CF6-ED5B-42FD-8DE4-CF834DDD02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038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4E26F-8710-D66F-831F-1C599114A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56" y="1444741"/>
            <a:ext cx="9357865" cy="2304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 Know Better Than You: When and Why LLM Agents Override Benign User Preferences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96DAD6-18B6-00D8-B8C8-FB3DCA4AF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1387" y="3835866"/>
            <a:ext cx="9429134" cy="230429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Miguel Gabaldon, Maria Garcia, Pablo Rodriguez, Rafael Onieva, Esther Panizo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University of Illinois Urbana-Champaign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3C4468-1FD1-1F6D-4455-E4DD85161748}"/>
              </a:ext>
            </a:extLst>
          </p:cNvPr>
          <p:cNvSpPr txBox="1"/>
          <p:nvPr/>
        </p:nvSpPr>
        <p:spPr>
          <a:xfrm>
            <a:off x="2642616" y="4901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0158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6499-D60A-AF8F-C61F-7F1F3A3A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BE7CC-F53C-9F7E-1EBB-B6F7FF26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56" y="246889"/>
            <a:ext cx="10991088" cy="73907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Preference Utility Conflict Scenario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AD78927-8A6D-7826-5A13-72BB4E6EA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0" y="1101852"/>
            <a:ext cx="725424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0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48A5-F52E-C4A1-6DA6-00836AFC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id="{5ECEC5B0-92E9-7095-180F-D26EEE45AEB4}"/>
              </a:ext>
            </a:extLst>
          </p:cNvPr>
          <p:cNvSpPr txBox="1">
            <a:spLocks/>
          </p:cNvSpPr>
          <p:nvPr/>
        </p:nvSpPr>
        <p:spPr>
          <a:xfrm>
            <a:off x="600456" y="246889"/>
            <a:ext cx="10991088" cy="7390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Two-Dimensional Evaluation Framework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71617B-2C6C-AC85-EEAC-BE19DE281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781" y="1426464"/>
            <a:ext cx="8382438" cy="496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87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6D78-75B6-FC26-E541-3EF330048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A6AEE6-E9D3-63DD-6FCE-131F4E137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456" y="1097280"/>
            <a:ext cx="10991088" cy="59984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Controlled Environment: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Offline tools and predefined databases with deterministic utility gaps to ensure reproducibility.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Systematic Factor Variations: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Preference Strength: Soft preference vs. strict command.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Utility Gap: Marginal savings vs. substantial gains.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Agent Autonomy: Advisory role vs. direct tool execution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Roadmap: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Adapt tool-calling environments like APOLLO.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Single-domain pilot into Multi-domain expansion across frontier LLMs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C7B0F91-C538-C70C-79BD-780B40FA24AC}"/>
              </a:ext>
            </a:extLst>
          </p:cNvPr>
          <p:cNvSpPr txBox="1">
            <a:spLocks/>
          </p:cNvSpPr>
          <p:nvPr/>
        </p:nvSpPr>
        <p:spPr>
          <a:xfrm>
            <a:off x="600456" y="246889"/>
            <a:ext cx="10991088" cy="7390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Benchmark Design &amp; Experimental Plan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172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C46313-06CA-AB8B-6B84-BF98541D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456" y="1271016"/>
            <a:ext cx="10991088" cy="55412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“Towards Preference Following in Tool Calling Language Agents· (Chen et al., 2026), APOLLO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“Do LLMs Recognize Your Preferences? Evaluating Personalized Preference Following in LLMs” (Zhao et al. 2025),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PrefEval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“Agent Autonomy and User Confirmation” (Zhou et al. 2026)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Previous work does not address how agents behave when an explicit user preference conflicts with a measurably better alternative.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We analyze how models respond when following instructions conflicts with objective efficiency in attempt to try and </a:t>
            </a: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characterize models.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1A6BA89-4CE4-DA25-F9DE-0A0C1FDDED64}"/>
              </a:ext>
            </a:extLst>
          </p:cNvPr>
          <p:cNvSpPr txBox="1">
            <a:spLocks/>
          </p:cNvSpPr>
          <p:nvPr/>
        </p:nvSpPr>
        <p:spPr>
          <a:xfrm>
            <a:off x="600456" y="246889"/>
            <a:ext cx="10991088" cy="7390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Related Work &amp; Research Gaps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7429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108</TotalTime>
  <Words>212</Words>
  <Application>Microsoft Office PowerPoint</Application>
  <PresentationFormat>Panorámica</PresentationFormat>
  <Paragraphs>27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Tema de Office</vt:lpstr>
      <vt:lpstr>I Know Better Than You: When and Why LLM Agents Override Benign User Preferences</vt:lpstr>
      <vt:lpstr>Preference Utility Conflict Scenario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Onieva Beamonte</dc:creator>
  <cp:lastModifiedBy>Rafael Onieva Beamonte</cp:lastModifiedBy>
  <cp:revision>5</cp:revision>
  <dcterms:created xsi:type="dcterms:W3CDTF">2026-10-05T00:31:11Z</dcterms:created>
  <dcterms:modified xsi:type="dcterms:W3CDTF">2026-10-05T21:20:15Z</dcterms:modified>
</cp:coreProperties>
</file>